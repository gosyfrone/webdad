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4864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00784"/>
            <a:ext cx="12188952" cy="36576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54880"/>
            <a:ext cx="12188952" cy="54864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809744"/>
            <a:ext cx="12188952" cy="36576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F8FAFC"/>
                </a:solidFill>
                <a:latin typeface="Calibri"/>
              </a:rPr>
              <a:t>BREEZY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7D9FF"/>
                </a:solidFill>
                <a:latin typeface="Calibri"/>
              </a:rPr>
              <a:t>Réseau social distribué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Projet Développement d'applications distribuées  ·  FISA INFO A3  ·  CESI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937760"/>
            <a:ext cx="5788152" cy="45720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4937760"/>
            <a:ext cx="5788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Calibri"/>
              </a:rPr>
              <a:t>Philippe LUU  ·  Alexandre RIVET  ·  Romain TOUZE  ·  Maxime STOFFEL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Encadrés par M. DESHORS  /  M. SKAF  /  M. AOUAM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libri"/>
              </a:rPr>
              <a:t>L'équipe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4 élèves ingénieurs — FISA INFO A3 CESI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83464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5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834640" cy="25603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63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Philippe LUU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1907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CFF"/>
                </a:solidFill>
                <a:latin typeface="Calibri"/>
              </a:rPr>
              <a:t>Chef de projet
&amp; Scrum Master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2316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Pilotage agile &amp; priorisation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Suivi GitHub Projects + Kanban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Coordination inter-membres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Conventional Commits enforcement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1417320"/>
            <a:ext cx="283464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8D3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1417320"/>
            <a:ext cx="2834640" cy="256032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463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Alexandre RIVET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171907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D3DFF"/>
                </a:solidFill>
                <a:latin typeface="Calibri"/>
              </a:rPr>
              <a:t>Architecte
&amp; Lead 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242316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Architecture microservices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API Gateway + routing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Revue de code &amp; standards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Choix techniques documentés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7064" y="1417320"/>
            <a:ext cx="283464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7064" y="1417320"/>
            <a:ext cx="2834640" cy="256032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3" y="1463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Romain TOUZE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3" y="171907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7D9FF"/>
                </a:solidFill>
                <a:latin typeface="Calibri"/>
              </a:rPr>
              <a:t>Ingénieur
d'études &amp; dév.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242316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Services back-end Go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Bases de données &amp; migrations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Tests d'intégration (&gt;95%)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Sécurité &amp; pentest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0576" y="1417320"/>
            <a:ext cx="283464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0576" y="1417320"/>
            <a:ext cx="2834640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5" y="1463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Maxime STOFFEL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5" y="171907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Ingénieur
d'études &amp; dév.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5" y="242316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Frontend Next.js 14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UI/UX + composants Tailwind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Internationalisation (12 langues)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Intégration API &amp; BFF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0080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1">
                <a:solidFill>
                  <a:srgbClr val="47D9FF"/>
                </a:solidFill>
                <a:latin typeface="Calibri"/>
              </a:rPr>
              <a:t>✦ Chaque membre maîtrise l'intégralité du système — prêts pour les questions individuelles du jury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libri"/>
              </a:rPr>
              <a:t>Contexte &amp;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Un réseau social léger et sécurisé, inspiré de X/Twitter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743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486400" cy="32004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Ce que le sujet demandait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▸ Application web type Twitter/X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▸ Messages courts ≤ 280 caractères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▸ Suivre des comptes, liker, commenter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▸ Architecture distribuée &amp; conteneurisée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▸ API RESTful sécurisée + frontend React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▸ 3 rôles : Utilisateur · Modérateur · Admin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▸ Stack indicative : Node.js / Express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48640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898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Ce que nous avons livré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55648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✓ 11 / 11 fonctionnalités primaires  ✅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✓ 12 / 12 fonctionnalités secondaires  ✅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✓ 11 microservices Go indépendants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✓ 12 langues dont arabe (RTL)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✓ Messagerie chiffrée E2EE (X25519)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✓ Pentest : 0 critique · 0 élevée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✓ Déployé en production sur VPS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✓ Stack adaptée : Go/Gin (binaires légers, Docker-first)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libri"/>
              </a:rPr>
              <a:t>Architecture — 4 couches, 11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Microservices Go · Gateway unique · PostgreSQL + MongoDB + MinIO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743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74552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658368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90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7D9FF"/>
                </a:solidFill>
                <a:latin typeface="Calibri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490472"/>
            <a:ext cx="8074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Calibri"/>
              </a:rPr>
              <a:t>User  ·  Moderator  ·  Admin  →  navigateur + Next.js 14 SSR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11274552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91440" cy="65836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13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CFF"/>
                </a:solidFill>
                <a:latin typeface="Calibri"/>
              </a:rPr>
              <a:t>API GATEWAY  :8080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13432"/>
            <a:ext cx="8074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Calibri"/>
              </a:rPr>
              <a:t>Point d'entrée unique  ·  Reverse proxy  ·  CORS  ·  WebSocket relay  ·  Stream médias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11274552" cy="9875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91440" cy="987552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36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D3DFF"/>
                </a:solidFill>
                <a:latin typeface="Calibri"/>
              </a:rPr>
              <a:t>SERVICES MÉTIER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36392"/>
            <a:ext cx="807415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Calibri"/>
              </a:rPr>
              <a:t>auth :8081  ·  user :8082  ·  profil :8083  ·  post :8084  ·  message :8085
notification :8086  ·  media :8087  ·  mail :8089  ·  report :8090  ·  gateway :8080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24528"/>
            <a:ext cx="11274552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24528"/>
            <a:ext cx="91440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Calibri"/>
              </a:rPr>
              <a:t>DONNÉES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297680"/>
            <a:ext cx="8074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Calibri"/>
              </a:rPr>
              <a:t>PostgreSQL (auth, user)  ·  MongoDB (profil, post, message, notification, report)  ·  MinIO (médias)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084831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94436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6908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11274552" cy="566928"/>
          </a:xfrm>
          <a:prstGeom prst="rect">
            <a:avLst/>
          </a:prstGeom>
          <a:solidFill>
            <a:srgbClr val="08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474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CC15"/>
                </a:solidFill>
                <a:latin typeface="Calibri"/>
              </a:rPr>
              <a:t>⚡ Exception contrôlée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21808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notification-service reçoit des événements via /internal/events (non exposé gateway, authentifié par secret partagé — réseau Docker interne uniquement).   mail-service inaccessible hors gateway : appelé uniquement par auth-service en server-to-server.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47D9FF"/>
                </a:solidFill>
                <a:latin typeface="Calibri"/>
              </a:rPr>
              <a:t>Toute la sécurité applicative est du côté des services — la gateway est un relais neutre (pas de validation JWT centralisée).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libri"/>
              </a:rPr>
              <a:t>Stack technique &amp; choix justifiés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2743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91440" cy="91440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36599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6CFF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069848"/>
            <a:ext cx="8805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Next.js 14 · React 18 · TypeScript · Tailwind CSS · shadcn/ui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481328"/>
            <a:ext cx="8805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→  App Router + BFF serveur · SSR · composants accessibles · mobile-first · hot-reload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91440" cy="914400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136599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762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D3DFF"/>
                </a:solidFill>
                <a:latin typeface="Calibri"/>
              </a:rPr>
              <a:t>BACK-END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167127"/>
            <a:ext cx="8805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Go 1.25 · Gin · modules indépendants (un go.mod par service) · Air hot-reload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578608"/>
            <a:ext cx="8805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→  Compilé → binaires statiques, images Docker ~15 Mo · typé → erreurs à la compile · go test natif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91440" cy="914400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1136599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735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D9FF"/>
                </a:solidFill>
                <a:latin typeface="Calibri"/>
              </a:rPr>
              <a:t>DONNÉES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264408"/>
            <a:ext cx="8805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PostgreSQL 16 (identité/social) · MongoDB 7 (données flexibles) · MinIO (objets)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675887"/>
            <a:ext cx="8805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→  PG pour contraintes relationnelles fortes · Mongo pour schémas évolutifs · MinIO pour les binaires opaques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97679"/>
            <a:ext cx="91440" cy="9144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97679"/>
            <a:ext cx="1136599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70831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CC15"/>
                </a:solidFill>
                <a:latin typeface="Calibri"/>
              </a:rPr>
              <a:t>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361688"/>
            <a:ext cx="8805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JWT HS256 (15 min) + refresh httpOnly (24h) · bcrypt · 2FA TOTP · OAuth Google · X25519/XChaCha20-Poly1305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773167"/>
            <a:ext cx="8805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→  Sessions courtes · immunité CSRF · chiffrement E2EE des messages · zero-knowledge côté serveur sur DMs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94960"/>
            <a:ext cx="91440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394960"/>
            <a:ext cx="1136599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4681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DEVOPS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458968"/>
            <a:ext cx="8805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Docker Compose · Makefile · GitHub Actions · OpenAPI/Swagger (swaggo) · golangci-lint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870448"/>
            <a:ext cx="8805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→  Environnement reproductible · CI bloquante · contrats d'API documentés et vérifiés en 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libri"/>
              </a:rPr>
              <a:t>Fonctionnalités — 11 primaires + 12 secondaires + extras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2743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931920" cy="5577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393192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Calibri"/>
              </a:rPr>
              <a:t>PRIMAIRES  ✅  11/11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703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Inscription &amp; vérification e-mail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Auth JWT + refresh + 2FA TOTP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OAuth Google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Posts 280 car. + images/vidéos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Fil « Pour toi » &amp; Abonnements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Likes · commentaires · réponses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Follow/unfollow (profils privés)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Profil complet avec stats live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Recherche multi-filtres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Signalement de contenu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3 rôles (User/Mod/Admin)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05840"/>
            <a:ext cx="3749039" cy="5577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005840"/>
            <a:ext cx="3749039" cy="320040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0241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Calibri"/>
              </a:rPr>
              <a:t>SECONDAIRES  ✅  12/12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389888"/>
            <a:ext cx="35204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Hashtags &amp; tendances temps réel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Notifications WebSocket live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Messagerie E2EE (X25519/XChaCha)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Médias images &amp; vidéos (MinIO)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Sondages dans les posts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Citations &amp; reposts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Signets en collections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Modération &amp; auto-masquage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12 langues dont arabe RTL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Thème clair/sombre + accent perso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Suspension &amp; bannissement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Admin panel &amp; monitoring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1005840"/>
            <a:ext cx="3474720" cy="5577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1005840"/>
            <a:ext cx="3474720" cy="320040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0241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Calibri"/>
              </a:rPr>
              <a:t>EXTRAS  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389888"/>
            <a:ext cx="3246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Chiffrement E2E pièces jointes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Sauvegarde clé (Argon2 KDF)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Report-service dédié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Certifications profil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Messages vocaux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Sondages avancés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Pentest professionnel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Déploiement VPS production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BD5E1"/>
                </a:solidFill>
                <a:latin typeface="Calibri"/>
              </a:rPr>
              <a:t>› OpenAPI par 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libri"/>
              </a:rPr>
              <a:t>Sécurité &amp; Test d'intrusion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Pentest boîte noire + boîte blanche — juin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743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8961120" cy="3657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081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Sévérité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4081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Nombre trouvées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14081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Traitement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8961120" cy="530352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🔴  Critique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896112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🟠  Élevée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0  (1 conditionnelle écartée)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Secret de prod ≠ secret par défaut → inexploitable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34639"/>
            <a:ext cx="8961120" cy="530352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92607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🟡  Moyenne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926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260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Toutes corrigées le jour du pentest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83279"/>
            <a:ext cx="896112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474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🟢  Faible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474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5 corrigées · 2 acceptées (décision produit documentée)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23360"/>
            <a:ext cx="11457432" cy="2514600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0599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Points validés par le pentest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✓ SQL &amp; NoSQL : requêtes paramétrées exclusivement — 0 injection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✓ XSS : échappement React systématique · CSP déployée · protocoles javascript: bloqués dans les liens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✓ IDOR/BOLA : propriétaire toujours dérivé du JWT validé (jamais du corps de requête)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✓ Takeover OAuth : liaison uniquement si e-mail vérifié — impossible de prendre un compte avec un autre Google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✓ SSRF, traversée répertoires (clés MinIO opaques), isolation réseau (bases non publiées)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libri"/>
              </a:rPr>
              <a:t>Gestion de projet &amp; Méthodologie 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210+ tâches · 6 phases · Conventional Commits · GitHub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743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874519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5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874519" cy="22860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399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Ph.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27632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CFF"/>
                </a:solidFill>
                <a:latin typeface="Calibri"/>
              </a:rPr>
              <a:t>Conception
&amp;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23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35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724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01–19/06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95144" y="1371600"/>
            <a:ext cx="1874519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8D3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95144" y="1371600"/>
            <a:ext cx="1874519" cy="228600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68296" y="1399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Ph.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6584" y="1627632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D3DFF"/>
                </a:solidFill>
                <a:latin typeface="Calibri"/>
              </a:rPr>
              <a:t>Fonctionnalités
primaires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6584" y="2423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20 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6584" y="2724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01–17/06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1371600"/>
            <a:ext cx="1874519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47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0248" y="1371600"/>
            <a:ext cx="1874519" cy="228600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399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Ph.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1627632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7D9FF"/>
                </a:solidFill>
                <a:latin typeface="Calibri"/>
              </a:rPr>
              <a:t>Fonctionnalités
secondaires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2423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20 issues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2724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01–18/06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371600"/>
            <a:ext cx="1874519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1371600"/>
            <a:ext cx="1874519" cy="228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4" y="1399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Ph.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627632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Fonctions
additionnelles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423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62 issues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724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02–23/06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0456" y="1371600"/>
            <a:ext cx="1874519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0456" y="1371600"/>
            <a:ext cx="1874519" cy="2286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1399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Ph.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1627632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CC15"/>
                </a:solidFill>
                <a:latin typeface="Calibri"/>
              </a:rPr>
              <a:t>Corrections
&amp; stabilisation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2423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45 issues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2724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08–22/06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95560" y="1371600"/>
            <a:ext cx="1874519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95560" y="1371600"/>
            <a:ext cx="1874519" cy="228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8712" y="1399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Ph.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1627632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Tests
&amp; qualité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2423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12 issues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0" y="2724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01–23/06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160520"/>
            <a:ext cx="11274552" cy="27432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97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7D9FF"/>
                </a:solidFill>
                <a:latin typeface="Calibri"/>
              </a:rPr>
              <a:t>Workflow de développement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70916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→ Issue GitHub → branche dédiée → PR relue par un pair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→ CI GitHub Actions (lint + tests + Swagger drift) → merge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→ Conventional Commits : feat: / fix: / test: / docs: / ci: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→ Kanban : Backlog → In Progress → Review → Done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297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7D9FF"/>
                </a:solidFill>
                <a:latin typeface="Calibri"/>
              </a:rPr>
              <a:t>Outils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7091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→ GitHub + GitHub Projects (Kanban)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→ Docker Compose + Makefile root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→ OpenAPI/Swagger par service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→ Discord (sync quotidienne)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libri"/>
              </a:rPr>
              <a:t>Breezy en chiffres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2743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2402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5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0"/>
            <a:ext cx="2240280" cy="27432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1732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B6CFF"/>
                </a:solidFill>
                <a:latin typeface="Calibri"/>
              </a:rPr>
              <a:t>11/11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3218688"/>
            <a:ext cx="2176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FAFC"/>
                </a:solidFill>
                <a:latin typeface="Calibri"/>
              </a:rPr>
              <a:t>Fonctionnalités primaires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005840"/>
            <a:ext cx="22402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8D3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9192" y="3200400"/>
            <a:ext cx="2240280" cy="274320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141732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8D3DFF"/>
                </a:solidFill>
                <a:latin typeface="Calibri"/>
              </a:rPr>
              <a:t>12/12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3218688"/>
            <a:ext cx="2176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FAFC"/>
                </a:solidFill>
                <a:latin typeface="Calibri"/>
              </a:rPr>
              <a:t>Fonctionnalités secondaires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344" y="1005840"/>
            <a:ext cx="22402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47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8344" y="3200400"/>
            <a:ext cx="2240280" cy="274320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9783" y="141732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7D9FF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3218688"/>
            <a:ext cx="2176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FAFC"/>
                </a:solidFill>
                <a:latin typeface="Calibri"/>
              </a:rPr>
              <a:t>Microservices indépendants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97496" y="1005840"/>
            <a:ext cx="22402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97496" y="3200400"/>
            <a:ext cx="2240280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8936" y="141732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2C55E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3218688"/>
            <a:ext cx="2176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FAFC"/>
                </a:solidFill>
                <a:latin typeface="Calibri"/>
              </a:rPr>
              <a:t>Langues (dont arabe RTL)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56648" y="1005840"/>
            <a:ext cx="22402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56648" y="3200400"/>
            <a:ext cx="2240280" cy="2743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8088" y="141732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ACC15"/>
                </a:solidFill>
                <a:latin typeface="Calibri"/>
              </a:rPr>
              <a:t>&gt;95%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3218688"/>
            <a:ext cx="2176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FAFC"/>
                </a:solidFill>
                <a:latin typeface="Calibri"/>
              </a:rPr>
              <a:t>Couverture de tests (CI)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57600"/>
            <a:ext cx="22402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852160"/>
            <a:ext cx="2240280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406908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97316"/>
                </a:solidFill>
                <a:latin typeface="Calibri"/>
              </a:rPr>
              <a:t>210+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59" y="5870448"/>
            <a:ext cx="2176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FAFC"/>
                </a:solidFill>
                <a:latin typeface="Calibri"/>
              </a:rPr>
              <a:t>Issues traitées sur GitHub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9192" y="3657600"/>
            <a:ext cx="22402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79192" y="5852160"/>
            <a:ext cx="2240280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70632" y="406908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2C55E"/>
                </a:solidFill>
                <a:latin typeface="Calibr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24912" y="5870448"/>
            <a:ext cx="2176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FAFC"/>
                </a:solidFill>
                <a:latin typeface="Calibri"/>
              </a:rPr>
              <a:t>Failles critiques/élevées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38344" y="3657600"/>
            <a:ext cx="22402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5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38344" y="5852160"/>
            <a:ext cx="2240280" cy="27432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9783" y="406908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B6C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4064" y="5870448"/>
            <a:ext cx="2176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FAFC"/>
                </a:solidFill>
                <a:latin typeface="Calibri"/>
              </a:rPr>
              <a:t>Rôles (User·Mod·Admin)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97496" y="3657600"/>
            <a:ext cx="22402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8D3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97496" y="5852160"/>
            <a:ext cx="2240280" cy="274320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88936" y="406908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8D3DFF"/>
                </a:solidFill>
                <a:latin typeface="Calibri"/>
              </a:rPr>
              <a:t>28 k€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5870448"/>
            <a:ext cx="2176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FAFC"/>
                </a:solidFill>
                <a:latin typeface="Calibri"/>
              </a:rPr>
              <a:t>Coût R&amp;D valorisé (4 pers.)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56648" y="3657600"/>
            <a:ext cx="22402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47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56648" y="5852160"/>
            <a:ext cx="2240280" cy="274320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48088" y="406908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7D9FF"/>
                </a:solidFill>
                <a:latin typeface="Calibri"/>
              </a:rPr>
              <a:t>≈14e m.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02368" y="5870448"/>
            <a:ext cx="2176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FAFC"/>
                </a:solidFill>
                <a:latin typeface="Calibri"/>
              </a:rPr>
              <a:t>Seuil de rentabilité estimé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libri"/>
              </a:rPr>
              <a:t>Axes d'amélioration &amp; Modèle économique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2743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6400800" cy="5577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Priorité haute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▸ Validation JWT centralisée au niveau gateway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▸ CSP en mode bloquant + audit complet des secrets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▸ Rate limiting étendu + bannissement IP (Fail2Ban)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▸ Tests d'intégration full-stack en CI (PG+Mongo+MinIO)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37560"/>
            <a:ext cx="11274552" cy="27432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  <a:latin typeface="Calibri"/>
              </a:rPr>
              <a:t>Priorité moyenne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6035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▸ Recherche full-text (Meilisearch / Elasticsearch)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▸ Observabilité : métriques Prometheus + Grafana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▸ Circuit breaker inter-services (gobreaker)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▸ Modération assistée (pré-détection automatique)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CBD5E1"/>
                </a:solidFill>
                <a:latin typeface="Calibri"/>
              </a:rPr>
              <a:t>▸ Industrialisation : Dependabot + registry d'images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005840"/>
            <a:ext cx="4846320" cy="5577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0515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Modèle économique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444752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Phase 1 — Amorçage (levée de fonds)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Phase 2 — Croissance (acquisition &amp; rétention)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Phase 3 — Monétisation (an 1–3)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Posts sponsorisés  CPM 8 € / CPC 0,25 €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Tendances sponsorisées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Formules annonceurs : 99 € → 1 900 €/mois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Breezy+  4,99 €/mois  (sans pub · badge · extras)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Coût R&amp;D valorisé : 28 000 €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Projections : 50 k UAM an 1 · 600 k UAM an 3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Rentabilité estimée : ≈ 14e mois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88952" cy="54864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32304"/>
            <a:ext cx="12188952" cy="36576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084064"/>
            <a:ext cx="12188952" cy="36576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8FAFC"/>
                </a:solidFill>
                <a:latin typeface="Calibri"/>
              </a:rPr>
              <a:t>BREEZY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7D9FF"/>
                </a:solidFill>
                <a:latin typeface="Calibri"/>
              </a:rPr>
              <a:t>Un réseau social distribué, sécurisé et pleinement fonctionnel.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CBD5E1"/>
                </a:solidFill>
                <a:latin typeface="Calibri"/>
              </a:rPr>
              <a:t>11/11 primaires  ·  12/12 secondaires  ·  3 rôles  ·  11 services  ·  12 langues  ·  Tests &gt;95%  ·  0 faille critique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931920"/>
            <a:ext cx="5788152" cy="64008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3977639"/>
            <a:ext cx="5788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8FAFC"/>
                </a:solidFill>
                <a:latin typeface="Calibri"/>
              </a:rPr>
              <a:t>DÉMO LIVE  →  15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578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8FAFC"/>
                </a:solidFill>
                <a:latin typeface="Calibri"/>
              </a:rPr>
              <a:t>Merci — Questions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Philippe LUU  ·  Alexandre RIVET  ·  Romain TOUZE  ·  Maxime STOFFEL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88952" cy="2834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11680"/>
            <a:ext cx="164592" cy="2834640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1731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Calibri"/>
              </a:rPr>
              <a:t>PRÉPARATION AUX QUESTIONS DU JURY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4A3B8"/>
                </a:solidFill>
                <a:latin typeface="Calibri"/>
              </a:rPr>
              <a:t>Questions techniques anticipées — ne pas afficher lors de la présentation publique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1173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7D9FF"/>
                </a:solidFill>
                <a:latin typeface="Calibri"/>
              </a:rPr>
              <a:t>Ces slides sont destinées à la préparation individuelle de chaque membre de l'équipe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6CFF"/>
                </a:solidFill>
                <a:latin typeface="Calibri"/>
              </a:rPr>
              <a:t>ARCHITECTURE / CHOIX TECHNIQUES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Pourquoi Go/Gin plutôt que Node.js/Express comme indiqué dans le sujet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6C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sujet mentionnait Node.js à titre indicatif ; nous avons fait un choix éclairé et documenté.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Go compile en binaire statique → images Docker Alpine multi-stage ~15 Mo (vs ~200 Mo Node).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Chaque service a son propre go.mod : compilation, test et déploiement parfaitement indépendants.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Gin est aussi expressif qu'Express mais fortement typé : erreurs détectées à la compilation.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go test, go vet, golangci-lint : outillage qualité natif sans dépendances externes.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En production : démarrage en millisecondes, empreinte mémoire très faible par service.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L'esprit du sujet est entièrement respecté : API RESTful, Docker, microservices, React frontend.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6CFF"/>
                </a:solidFill>
                <a:latin typeface="Calibri"/>
              </a:rPr>
              <a:t>SÉCURITÉ / AUTHENTIFICATION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fonctionnent les tokens JWT dans votre application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6C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Access token : JWT HS256, signé avec une clé secrète, durée de vie 15 minutes.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Payload : userId, username, role, email_verified, terms_accepted, must_change_password.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Refresh token : chaîne aléatoire opaque, 24h, haché SHA-256 avant stockage (jamais en clair en base).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Refresh token posé en cookie httpOnly + SameSite=Strict + Secure (inaccessible au JavaScript).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Rafraîchissement via une route BFF Next.js same-origin (le BFF est le seul à lire le cookie).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Chaque service Go vérifie la signature ET l'expiration du JWT indépendamment.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L'algorithme alg:none est explicitement rejeté dans le parser JWT de chaque service.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SÉCURITÉ / XSS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Où est stocké l'access token ? Risques XSS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Access token stocké en localStorage côté navigateur pour être injecté en header Bearer.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Risque XSS : un script injecté pourrait lire localStorage et voler le token.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Atténuation clé : durée de vie 15 minutes → fenêtre d'exploitation réduite.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Immunité CSRF native : le token Bearer est envoyé dans le header, pas via un cookie auto-envoyé.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CSP (Content-Security-Policy) déployée : limite les sources de scripts autorisées.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Échappement systématique côté React : aucun innerHTML libre, dangerouslySetInnerHTML absent.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Axe d'amélioration identifié : CSP en mode bloquant + audit périodique des entrées utilisateur.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Alternative en httpOnly : impliquerait BFF pour toutes les requêtes API — compromis de complexité.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6CFF"/>
                </a:solidFill>
                <a:latin typeface="Calibri"/>
              </a:rPr>
              <a:t>SÉCURITÉ / SESSIONS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 refresh token est-il sécurisé ? Qu'est-ce que la rotation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6C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refresh token brut n'est jamais stocké en base : seul son hash SHA-256 est persisté.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Cookie httpOnly + SameSite=Strict + Secure → inaccessible au JavaScript, protégé CSRF.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Rotation : à chaque utilisation du refresh token, il est révoqué et un nouveau est émis.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Un token intercepté ne peut pas être rejoué : son utilisation déclenche sa révocation immédiate.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Révocation complète : changement de mot de passe, reset, changement d'e-mail, bannissement.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Expiration fixe : 24 heures. Aucun refresh token à durée illimitée.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Détection d'abus possible : si un token déjà révoqué est rejoué → alerte (token reuse detection).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6CFF"/>
                </a:solidFill>
                <a:latin typeface="Calibri"/>
              </a:rPr>
              <a:t>SÉCURITÉ / COOKIES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Qu'est-ce qu'un cookie httpOnly et pourquoi l'utiliser pour le refresh token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6C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httpOnly : flag indiquant au navigateur de ne jamais exposer le cookie à document.cookie.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Même si un script XSS s'exécute, il ne peut pas lire le refresh token.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SameSite=Strict : le cookie n'est jamais envoyé lors d'une requête cross-site (CSRF impossible).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Secure : le cookie n'est envoyé que via HTTPS (pas en HTTP clair).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BFF Next.js est le seul endpoint qui lit ce cookie (routes /api/refresh, /api/logout).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Depuis le JavaScript du navigateur, refresh = totalement opaque.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Contrepartie : nécessite un BFF pour le refresh et pour poser le cookie (not just stateless).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D3DFF"/>
                </a:solidFill>
                <a:latin typeface="Calibri"/>
              </a:rPr>
              <a:t>MESSAGERIE / E2EE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fonctionne le chiffrement E2EE des messages privés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D3D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À l'inscription : le client génère une paire de clés X25519 (ECDH sur courbe Curve25519).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La clé publique est envoyée au serveur et stockée dans message-service.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La clé privée reste dans le navigateur (IndexedDB) — jamais envoyée au serveur.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Pour un DM : échange de clés X25519 entre expéditeur et destinataire → dérivation du secret partagé.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Chiffrement du message avec XChaCha20-Poly1305 (AEAD) : confidentialité + intégrité + authenticité.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serveur stocke uniquement des blobs chiffrés opaques : il ne peut pas lire le contenu.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Même un administrateur est 'aveugle' aux corps des messages (principe de serveur aveugle).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D3DFF"/>
                </a:solidFill>
                <a:latin typeface="Calibri"/>
              </a:rPr>
              <a:t>MESSAGERIE / CRYPTOGRAPHIE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Quelle est la différence entre votre E2EE et le protocole Signal (Double Ratchet)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D3D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Signal : Double Ratchet Algorithm → les clés de session sont renouvelées à CHAQUE message.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Forward secrecy par message : compromission d'une clé ne déchiffre pas les messages passés.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Break-in recovery : les messages futurs redeviennent sécurisés après une compromission.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Notre implémentation : X25519 one-shot KDF → clé de contenu fixe par conversation.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Pas de forward secrecy par message, mais par conversation (nouvelle clé à chaque conv).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Compromis assumé : primitives cryptographiques identiques (X25519, XChaCha20-Poly1305), complexité réduite.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Axe d'amélioration documenté : implémenter le Double Ratchet pour une vraie production.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NB : communautés non E2EE par conception (clé serveur) — modérables contrairement aux DMs.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D9FF"/>
                </a:solidFill>
                <a:latin typeface="Calibri"/>
              </a:rPr>
              <a:t>ARCHITECTURE / BASES DE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Pourquoi PostgreSQL pour auth/user et MongoDB pour le reste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7D9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PostgreSQL : contraintes relationnelles fortes requises pour ces services.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auth : unicité d'e-mail (UNIQUE INDEX), clés étrangères, tokens (jointures).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user : graphe social (follows table), rôles ENUM, statut, compteurs dénormalisés.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MongoDB : données sociales avec schéma flexible et fréquemment évolutif.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posts : médias optionnels, hashtags, sondages, visibilité (champs variables).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profils : bio, avatar, localisation, certifications (structure variable par user).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messages : clés de chiffrement, métadonnées de conversation, reçus.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MinIO : stockage objet pour les binaires (avatars, vidéos, pièces jointes chiffrées).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media-service reste agnostique du contenu : découplage fichiers/métadonnées.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6CFF"/>
                </a:solidFill>
                <a:latin typeface="Calibri"/>
              </a:rPr>
              <a:t>ARCHITECTURE / DROITS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rôles et droits sont-ils stockés en base de données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6C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user-service (PostgreSQL) : colonne role de type ENUM ('user' | 'moderator' | 'admin').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auth-service : table credentials référence user_id de user-service.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rôle est lu depuis user-service au moment de l'émission du token (login ou refresh).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rôle est encodé dans le claim JWT → chaque service le lit directement du token, sans appel BDD.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Avantage : aucun appel inter-service pour vérifier les droits à chaque requête.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Contrepartie : si le rôle change (ex : promotion modérateur), attendre l'expiration du token (≤15 min).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Hiérarchie : un modérateur ne peut pas agir sur un autre modérateur ou un admin.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Les routes admin sont protégées par le middleware role dans chaque service Go.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6CFF"/>
                </a:solidFill>
                <a:latin typeface="Calibri"/>
              </a:rPr>
              <a:t>ARCHITECTURE / GATEWAY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Quel est le rôle de l'API Gateway ? Valide-t-elle le JWT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6C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L'API Gateway est le point d'entrée unique du frontend : reverse proxy, routage par préfixe URL.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Elle relaie les WebSockets (/ws/*), streame les médias (Range requests HTTP), applique le CORS.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Elle expose le monitoring admin (/admin/services) : état, latence, uptime par service.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Validation JWT : la gateway ne valide PAS le jeton — elle le relaye tel quel.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Chaque service valide lui-même : signature, expiration, algorithme.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Défense en profondeur : pas de point de confiance unique centralisé.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Amélioration identifiée : ajouter une pré-validation JWT au niveau gateway EN COMPLÉMENT.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Bloquerait les tokens invalides avant d'atteindre les services (filtrage précoce).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D9FF"/>
                </a:solidFill>
                <a:latin typeface="Calibri"/>
              </a:rPr>
              <a:t>TECHNIQUE / WEBSOCKET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WebSockets sont-ils gérés et authentifiés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7D9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Trois services exposent des WebSockets : post-service, notification-service, message-service.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La gateway relaie les connexions WS via reverse proxy WebSocket (upgrade HTTP).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Authentification : le client envoie le JWT au handshake (query param ou header).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Le service vérifie le JWT à la connexion ; si invalide → fermeture immédiate.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message-service : hub central, une goroutine par connexion (Register / readPump / writePump).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notification-service : pousse les notifications en temps réel à l'utilisateur connecté.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post-service : bandeau 'X nouveaux posts' (WebSocket public, sans auth requise).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Bibliothèque Gorilla WebSocket utilisée côté Go (goroutines légères).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D9FF"/>
                </a:solidFill>
                <a:latin typeface="Calibri"/>
              </a:rPr>
              <a:t>ARCHITECTURE / ÉVÉNEMENTS INTERNES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événements internes (notifications) sont-ils protégés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7D9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notification-service expose /internal/events destiné aux appels serveur→serveur uniquement.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Cette route N'EST PAS exposée via la gateway : inaccessible depuis l'extérieur.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Protection : header X-Internal-Secret comparé à un hash partagé (INTERNAL_EVENT_SECRET en .env).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Les services émetteurs (post, user, message) contactent notification-service directement (réseau Docker).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Principe fire-and-forget : si notification-service est indisponible, l'événement est perdu.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Acceptable pour des notifications : pas de garantie de livraison nécessaire.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Avantage : simplicité, pas de file de messages (Kafka/RabbitMQ jugé surdimensionné).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Limite connue : pas de retry automatique si le service est momentanément indisponible.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ACC15"/>
                </a:solidFill>
                <a:latin typeface="Calibri"/>
              </a:rPr>
              <a:t>SÉCURITÉ / 2FA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fonctionne la 2FA TOTP ? Comment le secret est-il sécurisé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TOTP = Time-based One-Time Password (RFC 6238) : code 6 chiffres valide 30 secondes.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Compatible Google Authenticator, Authy, Microsoft Authenticator, etc.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À l'activation : auth-service génère un secret TOTP aléatoire (base32, 160 bits).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Secret chiffré avec AES-256-GCM avant stockage (clé de chiffrement hors base, variable .env).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L'utilisateur scanne un QR code (otpauth://) et confirme avec un premier code valide.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Au login : après vérification mot de passe → challenge TOTP obligatoire.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Anti-force brute : challenge invalidé après 5 codes erronés + rate limiting.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Désactivation : nécessite le code TOTP courant ou les codes de secours chiffrés.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ACC15"/>
                </a:solidFill>
                <a:latin typeface="Calibri"/>
              </a:rPr>
              <a:t>SÉCURITÉ / OAUTH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OAuth Google est-il intégré ? Risque de takeover de compte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Flux OAuth 2.0 Authorization Code : frontend → BFF Next.js → Google → callback → auth-service.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auth-service vérifie l'id_token Google : signature RSA, émetteur, audience (client_id), expiration.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Liaison de compte : si un compte existe avec le même e-mail Google → liaison UNIQUEMENT si e-mail vérifié.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Anti-takeover : un attaquant ne peut pas créer un compte Google avec l'e-mail d'une victime pour le prendre.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Compte purement OAuth : marqué oauth_only en base, pas de mot de passe (hash NULL).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State OAuth vérifié côté BFF (anti-CSRF sur le flux OAuth).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PKCE (Proof Key for Code Exchange) : recommandé mais non implémenté — axe d'amélioration.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Pas de second fournisseur OAuth (Facebook, GitHub) : liaison strictement contrôlée.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SÉCURITÉ / RATE LIMITING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est implémenté le rate limiting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Rate limiting via middlewares Gin personnalisés dans les services concernés.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Routes limitées : connexion, inscription, envoi d'e-mail, reset mot de passe, 2FA, traduction.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Implémentation : compteur glissant par IP (sliding window) avec nettoyage périodique.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Réponse HTTP 429 Too Many Requests avec header Retry-After.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Anti-force brute 2FA : challenge invalidé après 5 codes erronés consécutifs.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Axe d'amélioration : étendre à d'autres endpoints (like, post, follow).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Axe d'amélioration : bannissement IP type Fail2Ban au niveau reverse-proxy.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En production : nginx/Caddy peut contribuer au rate limiting global au niveau réseau.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D9FF"/>
                </a:solidFill>
                <a:latin typeface="Calibri"/>
              </a:rPr>
              <a:t>ARCHITECTURE / MIGRATIONS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Qu'est-ce qu'EnsureSchema ? Comment gérez-vous les migrations MongoDB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7D9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EnsureSchema : fonction appelée AU DÉMARRAGE de chaque service (avant d'accepter des requêtes).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Elle crée collections, applique $jsonSchema (validation), crée les index — idempotente.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Si tout est déjà en place : aucune action (pas de recréation destructive).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Problème vécu 2 fois : MongoDB strict revalide le DOCUMENT COMPLET à chaque update.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Un nouveau champ ENUM sur une collection existante bloque les anciens documents.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Solution : backfill idempotent au boot → migrer tous les docs existants vers une valeur par défaut.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Exemples : backfillVisibility, backfillCertification dans profil-service.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PostgreSQL : ADD COLUMN IF NOT EXISTS + DEFAULT rétrocompatible dans schema.sql.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SÉCURITÉ / PENTEST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 pentest a-t-il été réalisé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Phase 1 — Boîte noire (12/06/2026) : test sans connaissance du code.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Outils : Burp Suite (proxy/intercepteur), nmap (scan ports), OWASP ZAP (fuzz automatique).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Tests : bypass auth, énumération, injection, fuzzing des headers, IDOR basique.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Phase 2 — Boîte blanche (18/06/2026) : revue complète du code (11 services + gateway + frontend).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Analyse statique, vérification des validations, modèles de données, infra.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Bilan : 0 critique, 0 élevée, 5 moyennes corrigées le jour même, 7 faibles traitées/acceptées.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Corrections : rate-limiting, vérif e-mail stricte, annuaire limité, en-têtes sécurité, anti-BF 2FA.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périmètre couvre l'état au 18/06 ; report-service (ajouté après) suit les mêmes patterns.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D3DFF"/>
                </a:solidFill>
                <a:latin typeface="Calibri"/>
              </a:rPr>
              <a:t>FONCTIONNEL / PROFILS PRIVÉS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profils privés et les demandes de follow fonctionnent-ils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D3D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profil-service : champ visibility (public | private) sur le document profil MongoDB.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Si profil privé : le bouton Suivre génère une demande de follow dans user-service.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Table follow_requests (PostgreSQL) : requester_id, target_id, status (pending|accepted|declined).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L'utilisateur cible voit ses demandes en attente et peut Accepter ou Refuser.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Si accepté → relation insérée dans la table follows (follower_id, followee_id, created_at).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fil d'actualité filtre les posts selon les follows ET la visibilité du profil (côté post-service).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Un profil privé ne révèle pas son contenu aux non-abonnés.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Règle absolue : la sécurité est côté serveur — le frontend n'est pas de confiance.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C55E"/>
                </a:solidFill>
                <a:latin typeface="Calibri"/>
              </a:rPr>
              <a:t>FONCTIONNEL / FIL D'ACTUALITÉ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 fil d'actualité est-il construit et paginé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Deux vues : 'Pour toi' (posts publics + abonnements) et 'Abonnements' (strictement).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post-service récupère les IDs suivis depuis user-service à chaque requête de fil.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Filtres serveur : visibilité profil, audience de réponse, posts masqués/signalés.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Pagination par curseur (last_id + limit) → pas de chargement complet du fil en une requête.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Infinite scroll côté frontend : IntersectionObserver déclenche la page suivante.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WebSocket post-service → bandeau 'X nouveaux posts' poussé en temps réel.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Pas d'algorithme de ranking complexe : chronologique + filtres de visibilité.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Axe d'amélioration : algorithme de recommandation, cache Redis pour les gros comptes.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C55E"/>
                </a:solidFill>
                <a:latin typeface="Calibri"/>
              </a:rPr>
              <a:t>FONCTIONNEL / HASHTAGS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hashtags sont-ils extraits et les tendances calculées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Extraction : post-service parse le texte à la création et extrait les #hashtags via regex.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Hashtags dénormalisés sur le document post MongoDB (champ hashtags: []string).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Index MongoDB sur hashtags → requêtes de recherche performantes.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Tendances : agrégation MongoDB comptant les hashtags des dernières 24h.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Les tendances sont actualisées périodiquement (worker ou à la demande).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Affichage : sidebar droite desktop + page Explorer (avec le nombre de posts).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Cliquable dans les posts → filtre sur Explorer.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Limite : pas de moteur full-text avancé — suffisant pour le périmètre étudiant.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D9FF"/>
                </a:solidFill>
                <a:latin typeface="Calibri"/>
              </a:rPr>
              <a:t>ARCHITECTURE / MÉDIAS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médias sont-ils servis ? Pourquoi ne pas utiliser MinIO directement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7D9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Les médias transitent TOUJOURS par l'API Gateway → media-service → MinIO.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MinIO n'est pas exposé sur un port public : inaccessible depuis l'extérieur.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Contrôle des accès : le JWT est vérifié avant de servir chaque fichier.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Pas d'exposition de la topologie interne (pas d'URL MinIO dans le frontend).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media-service peut valider les droits (ex : pièce jointe chiffrée d'une conv privée).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Streaming vidéo : support Range requests HTTP → lecture partielle sans téléchargement complet.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Identifiants de fichiers aléatoires (UUID) → pas d'énumération possible.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URLs presignées MinIO explicitement interdites (règle d'architecture non négociable).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SÉCURITÉ / UPLOADS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uploads sont-ils validés ? Risque de fichiers malveillants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Validation par signature binaire (magic bytes) : le type MIME déclaré est ignoré.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Un .exe renommé en .jpg est rejeté car sa signature binaire ne correspond pas.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Liste blanche des types autorisés : JPEG, PNG, GIF, WebP, MP4, audio courants.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SVG explicitement exclu : risque XSS via SVG malformé contenant du JavaScript.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Plafonds de taille configurables (variables .env) : ~20 Mo vidéo, ~5 Mo image.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Identifiants de stockage aléatoires (UUID) : pas de traversée de répertoires possible.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Suppression contrôlée : media-service vérifie que le demandeur est propriétaire du fichier.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Les fichiers chiffrés (pièces jointes E2EE) sont stockés comme des blobs opaques.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C55E"/>
                </a:solidFill>
                <a:latin typeface="Calibri"/>
              </a:rPr>
              <a:t>FRONTEND / I18N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l'internationalisation (i18n) est-elle gérée ? RTL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12 langues : fr, en, zh, es, pt, ru, ja, ko, ar, hi, de, it.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Implémentation maison via useT() (hook React) + registre de clés (i18n.ts + i18n-additional.ts).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Chaque clé i18n DOIT exister dans les 12 locales — validé par des tests Vitest de parité.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La langue est persistée par compte (user-service) et synchronisée au login.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Arabe (RTL) : direction HTML dir='rtl' appliquée dynamiquement + classes Tailwind rtl: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L'ensemble du layout (marges, flex, icons) s'inverse pour les langues RTL.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Traduction des posts : route BFF Next.js (cache serveur, clé API masquée).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Détection de langue affinée pour éviter la sur-détection de l'anglais (bug corrigé).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7316"/>
                </a:solidFill>
                <a:latin typeface="Calibri"/>
              </a:rPr>
              <a:t>DEVOPS /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Docker Compose orchestre les 11 services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docker-compose.yml à la racine : 14 services + volumes nommés + réseau interne.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Ordre : depends_on avec condition service_healthy (healthcheck pg_isready / mongosh ping).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PostgreSQL et MongoDB démarrent en premier et doivent être healthy.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MinIO démarre après les bases ; les services Go démarrent après leurs bases.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Frontend démarre en dernier (depends_on api-gateway).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Volumes persistants pour PG, MongoDB, MinIO → données survivent aux redémarrages.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Réseau interne Docker : bases et services non publiés sur l'interface publique.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En prod : seul le reverse-proxy (80/443) est exposé ; tout le reste est interne.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7316"/>
                </a:solidFill>
                <a:latin typeface="Calibri"/>
              </a:rPr>
              <a:t>DEVOPS / CI-CD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la CI/CD est-elle configurée sur GitHub Actions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Workflow ci-go.yml : lint (golangci-lint), build, tests unitaires, couverture, Swagger drift.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Matrice : chaque service Go est testé en parallèle (matrix.service).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Services Mongo : démarrage d'un conteneur mongo:7 avec auth en CI + MONGO_TEST_URI.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Drift Swagger : le doc/ généré est comparé au code commité — bloque la PR si stale.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Workflow ci-frontend.yml : TypeScript (tsc --noEmit), ESLint, Vitest, build Next.js.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Build Docker : vérification que chaque Dockerfile compile sans erreur.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Merge bloqué si la CI est rouge (statuses GitHub obligatoires sur main).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Déploiement prod : push images sur registry → redéploiement manuel ou automatique sur VPS.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ACC15"/>
                </a:solidFill>
                <a:latin typeface="Calibri"/>
              </a:rPr>
              <a:t>QUALITÉ / 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mesurez-vous la couverture de tests à &gt;95%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Go : go test -cover -covermode=atomic → rapport de couverture par package.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Rapport envoyé à Codecov via GitHub Actions (badge dans le README).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Exclusions explicites : main.go (bootstrap), docs.go (Swagger généré), testutil/ (infra).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Tests d'intégration Go : base MongoDB réelle en CI (MONGO_TEST_URI env var).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Si Mongo absent : t.Skip() — tests ignorés gracieusement, pas en erreur.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Frontend : Vitest avec @vitest/coverage-v8 → couverture de src/lib/ (logique pure).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Cible : &gt;95% statements sur les fonctions utilitaires testables sans DOM.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Validation manuelle E2E en parallèle (golden path + cas limites + multi-rôles).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6CFF"/>
                </a:solidFill>
                <a:latin typeface="Calibri"/>
              </a:rPr>
              <a:t>ARCHITECTURE / BFF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Qu'est-ce que le BFF Next.js ? Pourquoi l'avoir mis en place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6C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BFF = Backend For Frontend : routes API serveur Next.js (/api/*) exécutées côté serveur.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Rôle 1 : poser le cookie refresh httpOnly (inaccessible au JS navigateur) après login.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Rôle 2 : gérer le flux OAuth Google (exchange code, sans exposer le client_secret au navigateur).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Rôle 3 : proxy de traduction avec cache serveur (clé API jamais exposée au browser).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Rôle 4 : single-flight refresh (un seul appel concurrent, les autres attendent le résultat).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Évite les race conditions quand plusieurs requêtes expirent simultanément.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BFF est la seule entité qui touche le cookie refresh → surface d'attaque réduite.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Toutes les autres requêtes API partent directement vers la gateway avec le Bearer token.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D3DFF"/>
                </a:solidFill>
                <a:latin typeface="Calibri"/>
              </a:rPr>
              <a:t>FONCTIONNEL / MODÉRATION + E2EE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 signalement fonctionne-t-il avec le chiffrement E2EE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D3D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Problème : si les messages sont chiffrés, le serveur ne peut pas les lire pour modérer.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Solution : l'utilisateur qui signale DIVULGUE VOLONTAIREMENT le texte déchiffré du message ciblé.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Le client déchiffre le message localement et l'envoie à report-service avec le ticket.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Seul CE message est divulgué ; le reste de la conversation reste chiffré.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report-service stocke le message déchiffré dans le ticket de modération.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modérateur voit le contenu signalé (pas toute la conversation).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Mécanisme opt-in pour l'utilisateur qui signale : il consent explicitement à divulguer.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chiffrement des autres messages n'est pas compromis par cette action.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D3DFF"/>
                </a:solidFill>
                <a:latin typeface="Calibri"/>
              </a:rPr>
              <a:t>MESSAGERIE / COMMUNAUTÉS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communautés sont-elles chiffrées vs les DM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D3D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DM/Groupes : E2EE complète. Clé de contenu chiffrée pour chaque membre avec sa clé publique.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Enveloppe scellée (ECIES) : le serveur ne peut pas déchiffrer les messages.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Communautés : chiffrement hybride (clé de contenu côté serveur).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À la création : le client génère une clé de contenu et la CONFIE au serveur.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Au join : le serveur redistribue la clé de contenu au nouveau membre.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Le serveur PEUT déchiffrer les messages de communauté (admin-readable by design).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Justification : les communautés sont des espaces semi-publics qui doivent être modérables.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Choix documenté et assumé dans ARCHITECTURE.md — pas un oubli ou une faille.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D3DFF"/>
                </a:solidFill>
                <a:latin typeface="Calibri"/>
              </a:rPr>
              <a:t>MESSAGERIE / CLÉS DE SAUVEGARDE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clés de chiffrement sont-elles sauvegardées sur un nouvel appareil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D3D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La clé privée E2EE est dans IndexedDB du navigateur → liée à l'appareil.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Problème : sur un autre appareil, pas de clé privée → impossible de déchiffrer les messages.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Solution : clé de secours protégée par une passphrase utilisateur.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La clé privée est chiffrée avec une clé dérivée de la passphrase (Argon2 — résistant brute-force).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Le blob chiffré est stocké sur le serveur (opaque, le serveur ne peut pas le déchiffrer).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Sur le nouvel appareil : l'utilisateur saisit sa passphrase → dérivation locale → déchiffrement.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La passphrase n'est JAMAIS envoyée au serveur.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Argon2 choisit délibérément : résistant aux GPU/ASIC, paramétrable en mémoire et temps.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6CFF"/>
                </a:solidFill>
                <a:latin typeface="Calibri"/>
              </a:rPr>
              <a:t>ARCHITECTURE / GRAPHE SOCIAL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 graphe social (follows) est-il stocké en base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6C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user-service (PostgreSQL) : table follows (follower_id UUID, followee_id UUID, created_at).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Clé primaire composite (follower_id, followee_id) → unicité garantie de la relation.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Index sur follower_id et followee_id pour les requêtes de listes dans les deux sens.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Table follow_requests pour les profils privés (requester_id, target_id, status ENUM).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Compteurs dénormalisés : followers_count et following_count sur la table users.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Évite des COUNT() lents sur des millions de lignes à chaque consultation de profil.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Mis à jour de façon transactionnelle : INSERT dans follows + UPDATE compteur dans la même tx.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Suggestions 'Qui suivre' : utilisateurs populaires non encore suivis par l'utilisateur courant.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C55E"/>
                </a:solidFill>
                <a:latin typeface="Calibri"/>
              </a:rPr>
              <a:t>FONCTIONNEL / NOTIFICATIONS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notifications sont-elles gérées et agrégées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notification-service reçoit des événements via /internal/events.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Types : like, commentaire, follow, follow_accepted, mention, repost, reply, message, etc.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Agrégation : plusieurs likes sur le même post → 'X et Y ont aimé votre post' (fenêtre temporelle).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Badge : compteur de notifications non lues stocké côté serveur (MongoDB).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Marquer comme lu : reset du compteur via DELETE /notifications/read.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WebSocket : si l'utilisateur est connecté → notification poussée instantanément.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Si déconnecté : notification stockée en base → disponible à la reconnexion.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Pas de push mobile (PWA/FCM) : axe d'amélioration identifié pour une vraie production.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SÉCURITÉ / IDOR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IDOR/BOLA sont-ils prévenus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IDOR = Insecure Direct Object Reference / BOLA = Broken Object Level Authorization.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Principe fondamental : l'identité est TOUJOURS extraite du JWT validé (jamais du corps de requête).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Impossible de modifier un userId dans le body pour usurper une autre identité.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Exemple post : DELETE /posts/:id → post-service vérifie post.userId == userId du JWT.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Exemple message : accès uniquement aux conversations dont l'utilisateur est membre (vérifié en DB).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Exemple profil : PATCH /profils/:id → vérification id == userId du JWT (ou rôle admin).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Modérateur : peut agir sur les utilisateurs mais pas sur d'autres modérateurs/admins.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Testé explicitement lors du pentest boîte noire — aucune vulnérabilité IDOR détectée.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SÉCURITÉ / INJECTIONS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injections SQL et NoSQL sont-elles prévenues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SQL (PostgreSQL via lib/pq) : requêtes paramétrées exclusivement.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Aucune concaténation de chaîne pour construire des requêtes SQL.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Exemple : 'SELECT * FROM users WHERE email = $1' avec email en paramètre Go.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NoSQL (MongoDB via mongo-go) : filtres typés en BSON, jamais interpolés dans une commande.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Les valeurs utilisateur sont passées comme valeurs typées (bson.D, bson.M).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Pas d'opérateur MongoDB avec entrée utilisateur non filtrée ($where interdit).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$jsonSchema sur chaque collection MongoDB : validation du schéma au niveau base.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Testé lors du pentest boîte noire (fuzzing headers + body) : aucune injection détectée.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SÉCURITÉ / XSS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la XSS est-elle prévenue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React échappe automatiquement toutes les valeurs dans le JSX (rendu texte, pas HTML brut).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dangerouslySetInnerHTML : absent de l'application.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Auto-liens dans les posts : seuls http:// et https:// autorisés.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Protocoles javascript:, data:, vbscript: sont rejetés à l'affichage.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Content-Security-Policy (CSP) déployée : limite les sources de scripts autorisées.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Axe d'amélioration : passer en mode bloquant (actuellement report-only sur certaines directives).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Sanitisation des entrées : pas de rendu HTML utilisateur sans nettoyage côté serveur.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SVG exclu des uploads : risque XSS via SVG malformé avec contenu JS inline.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SÉCURITÉ / MOTS DE PASSE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bcrypt est-il utilisé pour les mots de passe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Inscription : mot de passe haché avec bcrypt cost factor 12 (≈300ms par hash).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hash bcrypt inclut le sel intégré → pas de sel séparé à stocker.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mot de passe en clair n'est JAMAIS stocké en base de données.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Vérification au login : bcrypt.CompareHashAndPassword(storedHash, inputPassword).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Cost factor 12 : protection efficace contre le brute-force offline (GPU inclus).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Reset mot de passe : token à usage unique (haché SHA-256) envoyé par e-mail.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Changement de mot de passe : révocation de TOUTES les sessions actives.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Tokens (refresh, verify, reset) : hachés SHA-256 avant stockage — jamais en clair.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7316"/>
                </a:solidFill>
                <a:latin typeface="Calibri"/>
              </a:rPr>
              <a:t>ORGANISATION / MONOREPO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Pourquoi un monorepo ? Avantages et inconvénients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Monorepo : frontend + 10 services Go + gateway dans un seul dépôt GitHub.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Avantages pour un projet étudiant à 4 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Vision globale immédiate, PRs transverses (frontend + backend en un seul commit).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Makefile root, docker-compose.yml unique, CI cohérente sur tout le code.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Conventional Commits sur l'ensemble du projet (historique lisible et uniforme).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Inconvénients 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En grande échelle : pipelines CI plus longs, droits d'accès moins granulaires.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Un polyrepo serait préférable si chaque service a une équipe dédiée.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Pour 4 personnes en 1 mois : le monorepo est clairement le bon choix.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ACC15"/>
                </a:solidFill>
                <a:latin typeface="Calibri"/>
              </a:rPr>
              <a:t>SÉCURITÉ / SECRETS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secrets sont-ils gérés en production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Fichiers .env.example versionnés → documentation des variables requises.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Fichiers .env réels → non versionnés (.gitignore), uniquement sur le serveur VPS.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Variables injectées dans les conteneurs via env_file dans docker-compose.yml.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Secrets sensibles : INTERNAL_EVENT_SECRET, clé AES TOTP, clés OAuth, clés DB.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Jamais hardcodés dans le code, les Dockerfiles, ou les images.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Rotation : manuelle actuellement — axe d'amélioration : Dependabot + gitleaks en CI.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En production VPS : accès SSH restreint, .env protégés (droits 600).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Le scan de secrets en CI (Trivy/gitleaks) est listé comme amélioration prioritaire.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C55E"/>
                </a:solidFill>
                <a:latin typeface="Calibri"/>
              </a:rPr>
              <a:t>BUSINESS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 modèle économique est-il viable ? Quelles projections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Phase 1 — Amorçage : levée de fonds pour hébergement, dev et acquisition d'utilisateurs.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Phase 2 — Croissance : priorité à la rétention et la viralité (invitations, features).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Phase 3 — Monétisation : activation progressive des revenus publicitaires.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Revenus publicitaires : CPM 8 € / CPC 0,25 € sur posts sponsorisés.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Tendances sponsorisées, formules annonceurs : 99 € → 490 € → 1 900 €/mois.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Breezy+ abonnement 4,99 €/mois : sans pub, badge vérifié, fonctions premium.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Projection prudente : 50 k UAM an 1, 600 k UAM an 3.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Seuil de rentabilité estimé : ≈ 14e mois (cumulé revenus - charges).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6CFF"/>
                </a:solidFill>
                <a:latin typeface="Calibri"/>
              </a:rPr>
              <a:t>ARCHITECTURE / SCALABILITÉ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l'architecture peut-elle scaler si l'audience grandit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6C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Chaque service est indépendant → scalabilité horizontale par service selon la charge.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post-service très sollicité → plusieurs instances + load balancer devant la gateway.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media-service : MinIO supporte le clustering (erasure coding, multi-nœuds).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MongoDB : sharding + replica sets pour haute disponibilité et montée en charge.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PostgreSQL : read replicas pour les lectures intensives.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Gateway actuelle = SPOF potentiel : amélioration → instances multiples + nginx LB.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Cache Redis : à ajouter pour compteurs (likes, follows), timelines des gros comptes.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CDN : pour les médias statiques (avatars, images) → réduire la charge sur media-service.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Observabilité (Prometheus/Grafana) : nécessaire pour anticiper les saturations.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7316"/>
                </a:solidFill>
                <a:latin typeface="Calibri"/>
              </a:rPr>
              <a:t>ARCHITECTURE / RÉSILIENCE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erreurs inter-services sont-elles gérées ? Circuit breaker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Appels HTTP synchrones entre services — pas de circuit breaker implémenté.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Si un service est indisponible → timeout HTTP → erreur 500 ou 503 remontée au client.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Exemple : post-service appelle user-service pour les follows — si down → erreur partielle.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Notifications : fire-and-forget → pas de circuit breaker requis (best-effort).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Circuit breaker (axe d'amélioration) : K erreurs consécutives → court-circuitage temporaire.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Librairie Go possible : sony/gobreaker.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Évite l'amplification d'une panne (cascade failure).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Retry avec backoff exponentiel : non implémenté côté Go — présent côté frontend (apiFetch).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D9FF"/>
                </a:solidFill>
                <a:latin typeface="Calibri"/>
              </a:rPr>
              <a:t>ARCHITECTURE / 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mail-service fonctionne-t-il ? Qui peut l'appeler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7D9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mail-service : microservice Go dédié à l'envoi d'e-mails transactionnels.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Port interne 8089 — NON exposé via la gateway (inaccessible depuis le client).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Uniquement appelé par auth-service (server-to-server sur le réseau Docker interne).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Templates : vérification d'e-mail, reset mot de passe, changement e-mail, mot de passe temporaire.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Configuration SMTP : serveur, port, credentials → variables .env (aucun hardcode).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Compatible tout serveur SMTP : Mailgun, SendGrid, Gmail SMTP, MailHog (dev local).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En dev : MailHog catch-all → e-mails interceptés localement sans envoi réel.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Logs structurés par envoi avec Request ID pour la corrélation en cas d'incident.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D9FF"/>
                </a:solidFill>
                <a:latin typeface="Calibri"/>
              </a:rPr>
              <a:t>ARCHITECTURE / MIGRATIONS PROD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47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Comment les migrations sont-elles appliquées entre dev et production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7D9FF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PostgreSQL : migrations SQL dans schema.sql, appliquées au démarrage du service.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ADD COLUMN IF NOT EXISTS → idempotent, ne casse pas si la colonne existe.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ADD COLUMN ... DEFAULT value → valeur appliquée à toutes les lignes existantes.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MongoDB : EnsureSchema au boot (idempotent). Pas de migration destructive automatique.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Nouveau champ ENUM → backfill obligatoire des anciens documents au boot.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Ex : backfillVisibility migre tous les profils sans visibility vers 'public'.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Sans backfill : MongoDB strict revalide le doc complet à chaque update → erreur.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En prod VPS : redémarrage des conteneurs → EnsureSchema s'exécute → migrations appliquées.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ACC15"/>
                </a:solidFill>
                <a:latin typeface="Calibri"/>
              </a:rPr>
              <a:t>QUALITÉ / DOCUMENTATION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Qu'est-ce que l'OpenAPI/Swagger ? Comment est-il maintenu à jour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OpenAPI/Swagger : documentation standardisée des routes HTTP de chaque service.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Généré automatiquement par swaggo/swag : annotations dans les handlers Go.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Commande : make swagger (dans chaque service) → génère doc/openapi.json + .yaml.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CI drift check (ci-go.yml) : compare le doc/ commité avec le code actuel.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→ Si le handler est modifié sans regénérer la doc → la CI échoue → PR bloquée.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Documentation publiée sur GitHub Pages (Redoc) → accessible au jury et aux intégrateurs.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Chaque service a ses propres annotations swaggo directement dans ses handlers.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Règle : make swagger avant tout commit touchant un handler ou une route.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4008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4008"/>
          </a:xfrm>
          <a:prstGeom prst="rect">
            <a:avLst/>
          </a:prstGeom>
          <a:solidFill>
            <a:srgbClr val="8D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"/>
            <a:ext cx="1463040" cy="3017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Q&amp;A  #45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97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4A3B8"/>
                </a:solidFill>
                <a:latin typeface="Calibri"/>
              </a:rPr>
              <a:t>QUALITÉ / LIMITES ASSIMÉES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"/>
            <a:ext cx="1145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12064"/>
            <a:ext cx="91440" cy="8229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4360"/>
            <a:ext cx="11137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❓  Quelles sont les limites assumées du projet ? Comment les avez-vous identifiées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Éléments de réponse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11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Access token en localStorage : risque XSS résiduel, atténué par la courte durée (15 min).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Gateway sans validation JWT centralisée : filtrage précoce manquant (documenté et priorisé).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CSP en mode report-only sur certaines directives (pas encore bloquant partout).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Pas de circuit breaker ni de retry Go → amplification possible d'une panne en cascade.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Tests d'intégration full-stack (PG+Mongo+MinIO) non automatisés en CI.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Recherche sans moteur full-text dédié (Elasticsearch/Meilisearch).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Observabilité partielle : logs structurés sans métriques/traces distribuées.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Ces limites sont documentées explicitement dans le rapport (§11) — approche d'ingénierie honnête.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  <a:latin typeface="Calibri"/>
              </a:rPr>
              <a:t>▶ Identification : issues GitHub créées, triées par priorité, plan d'action dans PROJECT_STATUS.md.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